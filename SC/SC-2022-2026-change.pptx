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726"/>
  </p:normalViewPr>
  <p:slideViewPr>
    <p:cSldViewPr snapToGrid="0">
      <p:cViewPr varScale="1">
        <p:scale>
          <a:sx n="120" d="100"/>
          <a:sy n="120" d="100"/>
        </p:scale>
        <p:origin x="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CA9576-471A-484F-ACFB-2E7CC0D1D7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789869-6F7A-BA41-9A17-1CE7B6F97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0123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789869-6F7A-BA41-9A17-1CE7B6F9706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19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2E9CB-54CB-31D3-B641-4A338D5310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81014E-9A03-61D3-51CB-0A2D19EF8A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82C05-721B-C982-12A9-9BBACCA91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BD0BC-FD32-B19B-7B86-4E6FF81AC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6A32A-7E9E-3F7B-2796-BA40A2EEE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30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AC86D-B7BD-BECA-9747-B45E0E783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0904D-0F62-2CD8-C04D-DD5F2010F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0C73B-178E-27BB-2B91-40DFD5F72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BD7D0-51BA-E896-9E35-6FC9E81C6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AD8BE-569E-B782-3C5A-55F41E2FD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956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01928-CDA8-C6AC-C6FA-2AB193DD1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173DB-94B9-A385-32D1-373DA3438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A04824-6D8E-59FC-0B17-62405C668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43101-CB72-B711-338A-1519D5A49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DB9F7-2A55-3EB3-1B1E-ADE414EA7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582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48F8-F85E-96D6-B92B-A657B6101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B8426-EF00-18E7-0749-69B0D7D8A1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118A4D-1F9B-6EA9-57D3-FC16E1F42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AAE4CD-7337-3719-9FC2-B14966736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3C642A-6DED-8A49-02C6-2191A9D49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977ACC-0703-7457-7577-A40846C3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211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FEDC0-3E5D-F9F5-6CD3-F4A0A6056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5F071-4BFF-6F6C-2C79-BEAF105D18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F78330-D721-8EE3-D962-5C5ABD872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04DA1A-8486-6835-3187-B53AB75B92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9FDECC-3E27-650F-5995-FB35D2A743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246F40-8AA8-10D7-45CB-39F02B31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6DF4AE-20BA-1E57-04ED-5B1EEC59D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C0633-7DB0-7DE2-8D51-339A099E0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352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7D67B-C3B6-CC2D-27C5-4F68BF1F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AE62EB-2B10-E1A3-4D07-C4E3C8B21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693A53-E8A0-C852-1229-9D9C3D58B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C17F4-B099-B9C0-81AE-2D73574DA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680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060EE7-6E15-DB44-1BA5-53B5D2217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E0267B-368D-152A-46A3-3DA02D076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69FCF7-070D-1699-BC64-4E8BB4A86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93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0A84F-93F8-1F63-3E67-85623AFCD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7D165-7038-F181-9E3E-548780A78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271781-EAC8-C85A-D755-F38F65D49E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B6224-260A-0D6B-D8A2-65355EADB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3B6907-68F3-BA88-E1E7-4E3B78AEE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B776B-4DEE-E628-D872-1324D2D4C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18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DABE7-0DA8-CCCD-F231-EEAA590A8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09EB50-856A-A9F9-63CB-C2E94ADFF9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2ACBC0-371B-2BE8-0E43-F45772F69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D3EA4-D32F-EFDC-B0AB-ED6F78401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805DEB-DDF4-81E7-0172-F0E2F438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71E2B9-6FC3-2357-086F-394B46A80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99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B9FF9-4AC4-A2CA-5C7D-7E6835B8B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265655-C631-C59A-991A-27B0F24D7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5BF77-D632-5BC5-8DBE-0A3DDC94C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07140-9066-0CF9-C704-49152836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45D77-500C-795F-E1AE-EE143258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90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4AC6A-8D35-D398-896B-3F15ACB87D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4E4BA1-381E-A0E8-1B5F-EAAE4C882D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9AF77-950E-335D-FF0C-E672E3AA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3CE6C0-5125-F62E-3416-40C9B7C6C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C9D02-DC14-0102-479D-CB71971C4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015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8777D6-EFB8-AC8F-5327-876F72D2C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C40B98-1BAF-06EE-25BB-832BB26A5C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B054D-1CD1-0BFA-3441-6E9BF72552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ED41C1-AEE7-2C40-93FD-63DB12F1EB88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8BB0D-1C1E-712E-CC11-5F05C77A4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0A8949-79E0-DC53-FC90-6DCB5BB63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C40379-4363-8D42-A9C0-4645E2AABA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210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D3E26B-7C2A-9C0C-2FD9-AE7D039EF5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6995E4-22D0-5CB1-17D6-9F1CA5F7D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294" y="6152051"/>
            <a:ext cx="3076474" cy="269191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A50DF34-88BC-D568-85E4-79C4A8035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2066706" y="1274141"/>
            <a:ext cx="3657600" cy="2779776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365C8750-3DF9-F032-55D6-035706163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818574" y="1343253"/>
            <a:ext cx="3657600" cy="27797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BC79CFF-F2A5-F9F7-B3B8-48509D64A75C}"/>
              </a:ext>
            </a:extLst>
          </p:cNvPr>
          <p:cNvSpPr txBox="1"/>
          <p:nvPr/>
        </p:nvSpPr>
        <p:spPr>
          <a:xfrm>
            <a:off x="3028121" y="771368"/>
            <a:ext cx="1734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CURRENT MAP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11EF49-13E2-BEBE-3CA9-A9F9BCDAC3F9}"/>
              </a:ext>
            </a:extLst>
          </p:cNvPr>
          <p:cNvSpPr txBox="1"/>
          <p:nvPr/>
        </p:nvSpPr>
        <p:spPr>
          <a:xfrm>
            <a:off x="7698621" y="771368"/>
            <a:ext cx="189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PROPOSED MAP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059075-E1A7-D10F-36FA-A84DBC673C7D}"/>
              </a:ext>
            </a:extLst>
          </p:cNvPr>
          <p:cNvSpPr txBox="1"/>
          <p:nvPr/>
        </p:nvSpPr>
        <p:spPr>
          <a:xfrm>
            <a:off x="2943892" y="4165195"/>
            <a:ext cx="19032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Average Seats</a:t>
            </a:r>
          </a:p>
          <a:p>
            <a:r>
              <a:rPr lang="en-US" dirty="0"/>
              <a:t>Republican: 6</a:t>
            </a:r>
          </a:p>
          <a:p>
            <a:r>
              <a:rPr lang="en-US" dirty="0"/>
              <a:t>Democrats: 1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0A0223-B900-7532-82D3-A16F64A430A9}"/>
              </a:ext>
            </a:extLst>
          </p:cNvPr>
          <p:cNvSpPr txBox="1"/>
          <p:nvPr/>
        </p:nvSpPr>
        <p:spPr>
          <a:xfrm>
            <a:off x="7533879" y="4165195"/>
            <a:ext cx="22269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Average Seats</a:t>
            </a:r>
          </a:p>
          <a:p>
            <a:r>
              <a:rPr lang="en-US" dirty="0"/>
              <a:t>Republican: 7</a:t>
            </a:r>
          </a:p>
          <a:p>
            <a:r>
              <a:rPr lang="en-US" dirty="0"/>
              <a:t>Democrats: 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C224D4-E204-2A96-F1F3-42D62BDB8617}"/>
              </a:ext>
            </a:extLst>
          </p:cNvPr>
          <p:cNvSpPr txBox="1"/>
          <p:nvPr/>
        </p:nvSpPr>
        <p:spPr>
          <a:xfrm>
            <a:off x="0" y="6249176"/>
            <a:ext cx="82934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75000"/>
                  </a:schemeClr>
                </a:solidFill>
              </a:rPr>
              <a:t>Note: Data from Dave’s Redistricting. Analysis by Prof. Jonathan Cervas. Map shows Harris v. Trump (2024)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3E23DD-9AF8-7EF1-14FA-64F3A256B9FE}"/>
              </a:ext>
            </a:extLst>
          </p:cNvPr>
          <p:cNvSpPr txBox="1"/>
          <p:nvPr/>
        </p:nvSpPr>
        <p:spPr>
          <a:xfrm>
            <a:off x="4847120" y="5457468"/>
            <a:ext cx="26882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F1419"/>
                </a:solidFill>
                <a:latin typeface="Source Serif Pro Semibold" panose="02040603050405020204" pitchFamily="18" charset="0"/>
                <a:ea typeface="Source Serif Pro Semibold" panose="02040603050405020204" pitchFamily="18" charset="0"/>
              </a:rPr>
              <a:t>The Redistrict Network</a:t>
            </a:r>
            <a:endParaRPr lang="en-US" b="1" dirty="0">
              <a:latin typeface="Source Serif Pro Semibold" panose="02040603050405020204" pitchFamily="18" charset="0"/>
              <a:ea typeface="Source Serif Pro Semibold" panose="020406030504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764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1775</TotalTime>
  <Words>47</Words>
  <Application>Microsoft Macintosh PowerPoint</Application>
  <PresentationFormat>Widescreen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Source Serif Pro Semibold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7</cp:revision>
  <dcterms:created xsi:type="dcterms:W3CDTF">2026-02-19T02:47:50Z</dcterms:created>
  <dcterms:modified xsi:type="dcterms:W3CDTF">2026-05-11T20:50:18Z</dcterms:modified>
</cp:coreProperties>
</file>