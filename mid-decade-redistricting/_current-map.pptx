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382"/>
    <a:srgbClr val="F0A1A0"/>
    <a:srgbClr val="8CC1EB"/>
    <a:srgbClr val="F0BFBE"/>
    <a:srgbClr val="B3D3EC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72"/>
    <p:restoredTop sz="94635"/>
  </p:normalViewPr>
  <p:slideViewPr>
    <p:cSldViewPr snapToGrid="0">
      <p:cViewPr varScale="1">
        <p:scale>
          <a:sx n="160" d="100"/>
          <a:sy n="160" d="100"/>
        </p:scale>
        <p:origin x="352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41751" y="6583104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4890" y="6098981"/>
            <a:ext cx="73889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).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882893"/>
              </p:ext>
            </p:extLst>
          </p:nvPr>
        </p:nvGraphicFramePr>
        <p:xfrm>
          <a:off x="8998399" y="4503832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10.27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Source Serif Pro" panose="02040603050405020204" pitchFamily="18" charset="0"/>
                          <a:ea typeface="Source Serif Pro" panose="02040603050405020204" pitchFamily="18" charset="0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3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.08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886599" y="25682"/>
            <a:ext cx="66075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>
                <a:latin typeface="Source Serif 4 Black" panose="02040603050405020204" pitchFamily="18" charset="0"/>
                <a:ea typeface="Source Serif 4 Black" panose="02040603050405020204" pitchFamily="18" charset="0"/>
              </a:rPr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4" y="6116052"/>
            <a:ext cx="3076474" cy="269191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3445869" y="261128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ln>
                  <a:solidFill>
                    <a:schemeClr val="bg1"/>
                  </a:solidFill>
                </a:ln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chemeClr val="bg1"/>
                  </a:solidFill>
                </a:ln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127277" y="284564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127277" y="3239277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ln>
                  <a:solidFill>
                    <a:schemeClr val="bg1"/>
                  </a:solidFill>
                </a:ln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chemeClr val="bg1"/>
                  </a:solidFill>
                </a:ln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570313" y="4232040"/>
            <a:ext cx="706147" cy="708710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ECBA2B6-13BF-5B6E-2CDF-10270392420F}"/>
              </a:ext>
            </a:extLst>
          </p:cNvPr>
          <p:cNvGrpSpPr/>
          <p:nvPr/>
        </p:nvGrpSpPr>
        <p:grpSpPr>
          <a:xfrm>
            <a:off x="7451217" y="2446997"/>
            <a:ext cx="748923" cy="473551"/>
            <a:chOff x="7351891" y="1983570"/>
            <a:chExt cx="748923" cy="473551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FF44F00-1B6C-AEA9-5A3E-545C42B4A30A}"/>
                </a:ext>
              </a:extLst>
            </p:cNvPr>
            <p:cNvSpPr txBox="1"/>
            <p:nvPr/>
          </p:nvSpPr>
          <p:spPr>
            <a:xfrm>
              <a:off x="7374333" y="1983570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ln>
                    <a:solidFill>
                      <a:schemeClr val="bg1"/>
                    </a:solidFill>
                  </a:ln>
                  <a:solidFill>
                    <a:srgbClr val="F0A1A0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ln>
                    <a:solidFill>
                      <a:schemeClr val="bg1"/>
                    </a:solidFill>
                  </a:ln>
                  <a:solidFill>
                    <a:srgbClr val="F0A1A0"/>
                  </a:solidFill>
                  <a:latin typeface="Aptos Display" panose="020B0004020202020204" pitchFamily="34" charset="0"/>
                </a:rPr>
                <a:t>0.65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C018138-6F2F-E7C9-BBA5-F376330F683C}"/>
                </a:ext>
              </a:extLst>
            </p:cNvPr>
            <p:cNvSpPr txBox="1"/>
            <p:nvPr/>
          </p:nvSpPr>
          <p:spPr>
            <a:xfrm>
              <a:off x="7351891" y="2195511"/>
              <a:ext cx="74892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-</a:t>
              </a:r>
              <a:r>
                <a:rPr lang="en-US" sz="1100" b="1" dirty="0">
                  <a:latin typeface="Aptos Display" panose="020B0004020202020204" pitchFamily="34" charset="0"/>
                </a:rPr>
                <a:t>1-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2)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76FE0B1-03B3-448E-2E3A-7A171DC4B957}"/>
              </a:ext>
            </a:extLst>
          </p:cNvPr>
          <p:cNvGrpSpPr/>
          <p:nvPr/>
        </p:nvGrpSpPr>
        <p:grpSpPr>
          <a:xfrm>
            <a:off x="6109367" y="2880488"/>
            <a:ext cx="704039" cy="483463"/>
            <a:chOff x="5909778" y="2309916"/>
            <a:chExt cx="704039" cy="483463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3C7C840-889E-FD26-05BC-867A0B6ADBB3}"/>
                </a:ext>
              </a:extLst>
            </p:cNvPr>
            <p:cNvSpPr txBox="1"/>
            <p:nvPr/>
          </p:nvSpPr>
          <p:spPr>
            <a:xfrm>
              <a:off x="5909778" y="2309916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ln>
                    <a:solidFill>
                      <a:schemeClr val="bg1"/>
                    </a:solidFill>
                  </a:ln>
                  <a:solidFill>
                    <a:srgbClr val="F0A1A0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ln>
                    <a:solidFill>
                      <a:schemeClr val="bg1"/>
                    </a:solidFill>
                  </a:ln>
                  <a:solidFill>
                    <a:srgbClr val="F0A1A0"/>
                  </a:solidFill>
                  <a:latin typeface="Aptos Display" panose="020B0004020202020204" pitchFamily="34" charset="0"/>
                </a:rPr>
                <a:t>0.89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839A5B5-1870-EF0E-2E7C-43B1EF9A79FD}"/>
                </a:ext>
              </a:extLst>
            </p:cNvPr>
            <p:cNvSpPr txBox="1"/>
            <p:nvPr/>
          </p:nvSpPr>
          <p:spPr>
            <a:xfrm>
              <a:off x="5967608" y="2531769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(0-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1)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200140" y="306533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228845" y="346610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n>
                  <a:solidFill>
                    <a:schemeClr val="bg1"/>
                  </a:solidFill>
                </a:ln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n>
                  <a:solidFill>
                    <a:schemeClr val="bg1"/>
                  </a:solidFill>
                </a:ln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n>
                  <a:solidFill>
                    <a:schemeClr val="bg1"/>
                  </a:solidFill>
                </a:ln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n>
                  <a:solidFill>
                    <a:schemeClr val="bg1"/>
                  </a:solidFill>
                </a:ln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n>
                  <a:solidFill>
                    <a:schemeClr val="bg1"/>
                  </a:solidFill>
                </a:ln>
                <a:latin typeface="Aptos Display" panose="020B0004020202020204" pitchFamily="34" charset="0"/>
              </a:rPr>
              <a:t>1)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8EE0FD8-75D0-4867-6AB0-5B6A91247059}"/>
              </a:ext>
            </a:extLst>
          </p:cNvPr>
          <p:cNvGrpSpPr/>
          <p:nvPr/>
        </p:nvGrpSpPr>
        <p:grpSpPr>
          <a:xfrm>
            <a:off x="7620487" y="5264082"/>
            <a:ext cx="704039" cy="488415"/>
            <a:chOff x="8343067" y="4453568"/>
            <a:chExt cx="704039" cy="488415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8C68397-32D2-7D53-D5D2-7974377FFF42}"/>
                </a:ext>
              </a:extLst>
            </p:cNvPr>
            <p:cNvSpPr txBox="1"/>
            <p:nvPr/>
          </p:nvSpPr>
          <p:spPr>
            <a:xfrm>
              <a:off x="8343067" y="4453568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2.23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F2726AD-B0A8-4CA6-22B7-86E3A71040F1}"/>
                </a:ext>
              </a:extLst>
            </p:cNvPr>
            <p:cNvSpPr txBox="1"/>
            <p:nvPr/>
          </p:nvSpPr>
          <p:spPr>
            <a:xfrm>
              <a:off x="8400897" y="4680373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1-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4)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0355C37-920C-5C68-8A8A-EF42D0308E1B}"/>
              </a:ext>
            </a:extLst>
          </p:cNvPr>
          <p:cNvGrpSpPr/>
          <p:nvPr/>
        </p:nvGrpSpPr>
        <p:grpSpPr>
          <a:xfrm>
            <a:off x="5121210" y="4134500"/>
            <a:ext cx="704039" cy="500114"/>
            <a:chOff x="5121210" y="4134500"/>
            <a:chExt cx="704039" cy="500114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A1B32AF-4F1B-A759-131E-9C628A3452A5}"/>
                </a:ext>
              </a:extLst>
            </p:cNvPr>
            <p:cNvSpPr txBox="1"/>
            <p:nvPr/>
          </p:nvSpPr>
          <p:spPr>
            <a:xfrm>
              <a:off x="5121210" y="4134500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ln>
                    <a:solidFill>
                      <a:schemeClr val="bg1"/>
                    </a:solidFill>
                  </a:ln>
                  <a:solidFill>
                    <a:srgbClr val="F0BFBE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ln>
                    <a:solidFill>
                      <a:schemeClr val="bg1"/>
                    </a:solidFill>
                  </a:ln>
                  <a:solidFill>
                    <a:srgbClr val="F0A1A0"/>
                  </a:solidFill>
                  <a:latin typeface="Aptos Display" panose="020B0004020202020204" pitchFamily="34" charset="0"/>
                </a:rPr>
                <a:t>3.29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67EE30E-8EEE-207E-100B-A1CA5EA0C22F}"/>
                </a:ext>
              </a:extLst>
            </p:cNvPr>
            <p:cNvSpPr txBox="1"/>
            <p:nvPr/>
          </p:nvSpPr>
          <p:spPr>
            <a:xfrm>
              <a:off x="5179040" y="4373004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2-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5)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3503699" y="284484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0C1AB57-8D19-38CC-DC08-B861AD57948F}"/>
              </a:ext>
            </a:extLst>
          </p:cNvPr>
          <p:cNvGrpSpPr/>
          <p:nvPr/>
        </p:nvGrpSpPr>
        <p:grpSpPr>
          <a:xfrm>
            <a:off x="2248317" y="2793547"/>
            <a:ext cx="704039" cy="486291"/>
            <a:chOff x="2248317" y="2793547"/>
            <a:chExt cx="704039" cy="486291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770910-D57B-2238-FBBF-137216D6FFD6}"/>
                </a:ext>
              </a:extLst>
            </p:cNvPr>
            <p:cNvSpPr txBox="1"/>
            <p:nvPr/>
          </p:nvSpPr>
          <p:spPr>
            <a:xfrm>
              <a:off x="2248317" y="2793547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ln>
                    <a:solidFill>
                      <a:schemeClr val="bg1"/>
                    </a:solidFill>
                  </a:ln>
                  <a:solidFill>
                    <a:srgbClr val="8CC1EB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ln>
                    <a:solidFill>
                      <a:schemeClr val="bg1"/>
                    </a:solidFill>
                  </a:ln>
                  <a:solidFill>
                    <a:srgbClr val="8CC1EB"/>
                  </a:solidFill>
                  <a:latin typeface="Aptos Display" panose="020B0004020202020204" pitchFamily="34" charset="0"/>
                </a:rPr>
                <a:t>6.25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F3B7817-2036-3C19-45D5-3190E389B433}"/>
                </a:ext>
              </a:extLst>
            </p:cNvPr>
            <p:cNvSpPr txBox="1"/>
            <p:nvPr/>
          </p:nvSpPr>
          <p:spPr>
            <a:xfrm>
              <a:off x="2310417" y="3018228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3-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9)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8695086" y="3945691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Several states have taken steps to change their maps after </a:t>
            </a:r>
            <a:r>
              <a:rPr lang="en-US" sz="1100" i="1" dirty="0">
                <a:latin typeface="Source Serif 4" panose="02040603050405020204" pitchFamily="18" charset="0"/>
                <a:ea typeface="Source Serif 4" panose="02040603050405020204" pitchFamily="18" charset="0"/>
              </a:rPr>
              <a:t>Callais</a:t>
            </a:r>
            <a:endParaRPr lang="en-US" sz="1100" dirty="0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 flipV="1">
            <a:off x="7324772" y="3770108"/>
            <a:ext cx="1506544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29ADB12-54E7-EF35-AC04-BAC314CBA085}"/>
              </a:ext>
            </a:extLst>
          </p:cNvPr>
          <p:cNvGrpSpPr/>
          <p:nvPr/>
        </p:nvGrpSpPr>
        <p:grpSpPr>
          <a:xfrm>
            <a:off x="6307059" y="3542840"/>
            <a:ext cx="588378" cy="483463"/>
            <a:chOff x="6339450" y="3596908"/>
            <a:chExt cx="588378" cy="4834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BC79CA9-5287-CE7D-8025-745B824C6148}"/>
                </a:ext>
              </a:extLst>
            </p:cNvPr>
            <p:cNvSpPr txBox="1"/>
            <p:nvPr/>
          </p:nvSpPr>
          <p:spPr>
            <a:xfrm>
              <a:off x="6437111" y="3596908"/>
              <a:ext cx="393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baseline="30000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7C99E4-89E4-5027-DCB6-E85AD5F648C1}"/>
                </a:ext>
              </a:extLst>
            </p:cNvPr>
            <p:cNvSpPr txBox="1"/>
            <p:nvPr/>
          </p:nvSpPr>
          <p:spPr>
            <a:xfrm>
              <a:off x="6339450" y="3818761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1)</a:t>
              </a:r>
            </a:p>
          </p:txBody>
        </p:sp>
      </p:grp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07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Updated June 3, 2026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77198E8-C8FB-CBC3-32B8-6ED8AB02A329}"/>
              </a:ext>
            </a:extLst>
          </p:cNvPr>
          <p:cNvGrpSpPr/>
          <p:nvPr/>
        </p:nvGrpSpPr>
        <p:grpSpPr>
          <a:xfrm>
            <a:off x="6801083" y="4821222"/>
            <a:ext cx="704039" cy="488415"/>
            <a:chOff x="6458305" y="4806956"/>
            <a:chExt cx="704039" cy="48841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AEED693-220E-DA06-96F9-81DDA2CB1BFB}"/>
                </a:ext>
              </a:extLst>
            </p:cNvPr>
            <p:cNvSpPr txBox="1"/>
            <p:nvPr/>
          </p:nvSpPr>
          <p:spPr>
            <a:xfrm>
              <a:off x="6458305" y="4806956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baseline="30000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+</a:t>
              </a:r>
              <a:r>
                <a:rPr lang="en-US" b="1" dirty="0">
                  <a:solidFill>
                    <a:srgbClr val="F0A1A0"/>
                  </a:solidFill>
                  <a:latin typeface="Aptos Display" panose="020B0004020202020204" pitchFamily="34" charset="0"/>
                </a:rPr>
                <a:t>0.69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997C58-3DAB-DFE5-0049-1B6AE350CE2F}"/>
                </a:ext>
              </a:extLst>
            </p:cNvPr>
            <p:cNvSpPr txBox="1"/>
            <p:nvPr/>
          </p:nvSpPr>
          <p:spPr>
            <a:xfrm>
              <a:off x="6516135" y="5033761"/>
              <a:ext cx="588378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1" dirty="0">
                  <a:latin typeface="Aptos Display" panose="020B0004020202020204" pitchFamily="34" charset="0"/>
                </a:rPr>
                <a:t>(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0-</a:t>
              </a:r>
              <a:r>
                <a:rPr lang="en-US" sz="1100" b="1" baseline="30000" dirty="0">
                  <a:latin typeface="Aptos Display" panose="020B0004020202020204" pitchFamily="34" charset="0"/>
                </a:rPr>
                <a:t>+</a:t>
              </a:r>
              <a:r>
                <a:rPr lang="en-US" sz="1100" b="1" dirty="0">
                  <a:latin typeface="Aptos Display" panose="020B0004020202020204" pitchFamily="34" charset="0"/>
                </a:rPr>
                <a:t>1)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503C3E-F5B6-551F-7AB8-64079A60ED4B}"/>
              </a:ext>
            </a:extLst>
          </p:cNvPr>
          <p:cNvSpPr txBox="1"/>
          <p:nvPr/>
        </p:nvSpPr>
        <p:spPr>
          <a:xfrm>
            <a:off x="7168460" y="3931152"/>
            <a:ext cx="440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baseline="30000" dirty="0">
                <a:ln>
                  <a:solidFill>
                    <a:schemeClr val="bg1"/>
                  </a:solidFill>
                </a:ln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chemeClr val="bg1"/>
                  </a:solidFill>
                </a:ln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29" name="Arc 28">
            <a:extLst>
              <a:ext uri="{FF2B5EF4-FFF2-40B4-BE49-F238E27FC236}">
                <a16:creationId xmlns:a16="http://schemas.microsoft.com/office/drawing/2014/main" id="{97C164C3-8DD1-B7BE-B9DD-A75EF10DFF76}"/>
              </a:ext>
            </a:extLst>
          </p:cNvPr>
          <p:cNvSpPr/>
          <p:nvPr/>
        </p:nvSpPr>
        <p:spPr>
          <a:xfrm rot="3069773">
            <a:off x="7627743" y="4744084"/>
            <a:ext cx="706147" cy="708710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19154</TotalTime>
  <Words>150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Source Serif 4</vt:lpstr>
      <vt:lpstr>Source Serif 4 Black</vt:lpstr>
      <vt:lpstr>Source Serif 4 Medium</vt:lpstr>
      <vt:lpstr>Source Serif Pro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100</cp:revision>
  <dcterms:created xsi:type="dcterms:W3CDTF">2026-04-24T19:19:03Z</dcterms:created>
  <dcterms:modified xsi:type="dcterms:W3CDTF">2026-07-21T14:44:39Z</dcterms:modified>
</cp:coreProperties>
</file>