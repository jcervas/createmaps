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C1EB"/>
    <a:srgbClr val="F0A1A0"/>
    <a:srgbClr val="F0BFBE"/>
    <a:srgbClr val="B3D3EC"/>
    <a:srgbClr val="F9D382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87"/>
    <p:restoredTop sz="94635"/>
  </p:normalViewPr>
  <p:slideViewPr>
    <p:cSldViewPr snapToGrid="0">
      <p:cViewPr varScale="1">
        <p:scale>
          <a:sx n="159" d="100"/>
          <a:sy n="159" d="100"/>
        </p:scale>
        <p:origin x="20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). Mississippi, Alabama, Tennessee, and South Carolina have taken steps to prepare new maps after 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Callais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541586"/>
              </p:ext>
            </p:extLst>
          </p:nvPr>
        </p:nvGraphicFramePr>
        <p:xfrm>
          <a:off x="9999529" y="4452415"/>
          <a:ext cx="1379062" cy="1264260"/>
        </p:xfrm>
        <a:graphic>
          <a:graphicData uri="http://schemas.openxmlformats.org/drawingml/2006/table">
            <a:tbl>
              <a:tblPr firstRow="1" bandRow="1"/>
              <a:tblGrid>
                <a:gridCol w="846723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532339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/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200" b="1" dirty="0">
                          <a:solidFill>
                            <a:srgbClr val="8CC1EB"/>
                          </a:solidFill>
                        </a:rPr>
                        <a:t>10.27</a:t>
                      </a:r>
                      <a:endParaRPr lang="en-US" sz="12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200" b="1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200" b="1" baseline="0" dirty="0">
                          <a:solidFill>
                            <a:srgbClr val="F0A1A0"/>
                          </a:solidFill>
                        </a:rPr>
                        <a:t>7.58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5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5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8CC1EB"/>
                          </a:solidFill>
                        </a:rPr>
                        <a:t>+2.69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4909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/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2" y="5001758"/>
            <a:ext cx="11201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Court ordered, pending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6626762" y="267438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8049624" y="2331636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0. 65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18A2D22E-7D5E-CF0E-28B1-36F78BCEB8BB}"/>
              </a:ext>
            </a:extLst>
          </p:cNvPr>
          <p:cNvSpPr/>
          <p:nvPr/>
        </p:nvSpPr>
        <p:spPr>
          <a:xfrm>
            <a:off x="8308390" y="506712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016DE3-8DBD-ADAD-A1E2-8E4A57B8C424}"/>
              </a:ext>
            </a:extLst>
          </p:cNvPr>
          <p:cNvSpPr txBox="1"/>
          <p:nvPr/>
        </p:nvSpPr>
        <p:spPr>
          <a:xfrm>
            <a:off x="8553867" y="5285788"/>
            <a:ext cx="8492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/>
              <a:t>Passed legislature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8035315" y="2543577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6717730" y="2920298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10007</TotalTime>
  <Words>144</Words>
  <Application>Microsoft Macintosh PowerPoint</Application>
  <PresentationFormat>Widescreen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61</cp:revision>
  <dcterms:created xsi:type="dcterms:W3CDTF">2026-04-24T19:19:03Z</dcterms:created>
  <dcterms:modified xsi:type="dcterms:W3CDTF">2026-05-01T18:52:26Z</dcterms:modified>
</cp:coreProperties>
</file>