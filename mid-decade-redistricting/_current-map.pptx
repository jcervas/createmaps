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D3EC"/>
    <a:srgbClr val="F9D382"/>
    <a:srgbClr val="F0BFBE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5F9DBC6-8BDC-F113-F655-FA96C647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286000" y="1047750"/>
            <a:ext cx="7620000" cy="4762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B575E4-5D14-56B3-E63D-86C79D490EEE}"/>
              </a:ext>
            </a:extLst>
          </p:cNvPr>
          <p:cNvSpPr txBox="1"/>
          <p:nvPr/>
        </p:nvSpPr>
        <p:spPr>
          <a:xfrm>
            <a:off x="4261646" y="264469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A223B3-9B36-BCF0-5003-B1DB2FCA7AC9}"/>
              </a:ext>
            </a:extLst>
          </p:cNvPr>
          <p:cNvSpPr txBox="1"/>
          <p:nvPr/>
        </p:nvSpPr>
        <p:spPr>
          <a:xfrm>
            <a:off x="2900484" y="2711301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51468D-59EC-3645-7FCE-E51CEEA5D3FE}"/>
              </a:ext>
            </a:extLst>
          </p:cNvPr>
          <p:cNvSpPr txBox="1"/>
          <p:nvPr/>
        </p:nvSpPr>
        <p:spPr>
          <a:xfrm>
            <a:off x="9062483" y="3197592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F44024-F42B-DD9A-D766-1A1E21056443}"/>
              </a:ext>
            </a:extLst>
          </p:cNvPr>
          <p:cNvSpPr txBox="1"/>
          <p:nvPr/>
        </p:nvSpPr>
        <p:spPr>
          <a:xfrm>
            <a:off x="6789322" y="2956954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B33F97-C7DE-F496-3522-05BE4BE8C15B}"/>
              </a:ext>
            </a:extLst>
          </p:cNvPr>
          <p:cNvSpPr txBox="1"/>
          <p:nvPr/>
        </p:nvSpPr>
        <p:spPr>
          <a:xfrm>
            <a:off x="5605234" y="389088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1C5A2-681C-0591-BB81-8E6FD4A6C468}"/>
              </a:ext>
            </a:extLst>
          </p:cNvPr>
          <p:cNvSpPr txBox="1"/>
          <p:nvPr/>
        </p:nvSpPr>
        <p:spPr>
          <a:xfrm>
            <a:off x="6543366" y="4549997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ln>
                  <a:solidFill>
                    <a:schemeClr val="bg1"/>
                  </a:solidFill>
                </a:ln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chemeClr val="bg1"/>
                  </a:solidFill>
                </a:ln>
                <a:pattFill prst="dkUpDiag">
                  <a:fgClr>
                    <a:srgbClr val="DDDDDD"/>
                  </a:fgClr>
                  <a:bgClr>
                    <a:srgbClr val="F0BFBE"/>
                  </a:bgClr>
                </a:pattFill>
                <a:latin typeface="Aptos Display" panose="020B0004020202020204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FFF10-F27B-BD2A-6C6C-F94CF4A9D65E}"/>
              </a:ext>
            </a:extLst>
          </p:cNvPr>
          <p:cNvSpPr txBox="1"/>
          <p:nvPr/>
        </p:nvSpPr>
        <p:spPr>
          <a:xfrm>
            <a:off x="8242664" y="2614208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AE348B-FAED-9CFA-E2B6-8683A3435555}"/>
              </a:ext>
            </a:extLst>
          </p:cNvPr>
          <p:cNvSpPr txBox="1"/>
          <p:nvPr/>
        </p:nvSpPr>
        <p:spPr>
          <a:xfrm>
            <a:off x="9008457" y="375273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0.45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0B40F2-4746-4665-4AD1-938B40087467}"/>
              </a:ext>
            </a:extLst>
          </p:cNvPr>
          <p:cNvSpPr txBox="1"/>
          <p:nvPr/>
        </p:nvSpPr>
        <p:spPr>
          <a:xfrm>
            <a:off x="8627749" y="49193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rgbClr val="F0BFBE"/>
                  </a:solidFill>
                </a:ln>
                <a:pattFill prst="dkUpDiag">
                  <a:fgClr>
                    <a:srgbClr val="DDDDDD"/>
                  </a:fgClr>
                  <a:bgClr>
                    <a:srgbClr val="F0BFBE"/>
                  </a:bgClr>
                </a:patt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13187A-5347-34A2-2ED2-51373F787884}"/>
              </a:ext>
            </a:extLst>
          </p:cNvPr>
          <p:cNvSpPr txBox="1"/>
          <p:nvPr/>
        </p:nvSpPr>
        <p:spPr>
          <a:xfrm>
            <a:off x="6789322" y="2193722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ln>
                  <a:solidFill>
                    <a:schemeClr val="bg1"/>
                  </a:solidFill>
                </a:ln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chemeClr val="bg1"/>
                  </a:solidFill>
                </a:ln>
                <a:pattFill prst="dkUpDiag">
                  <a:fgClr>
                    <a:srgbClr val="F9D382"/>
                  </a:fgClr>
                  <a:bgClr>
                    <a:srgbClr val="B3D3EC"/>
                  </a:bgClr>
                </a:pattFill>
                <a:latin typeface="Aptos Display" panose="020B0004020202020204" pitchFamily="34" charset="0"/>
              </a:rPr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FBF2AE-F3DA-BD95-AC4A-990B997F1C90}"/>
              </a:ext>
            </a:extLst>
          </p:cNvPr>
          <p:cNvSpPr txBox="1"/>
          <p:nvPr/>
        </p:nvSpPr>
        <p:spPr>
          <a:xfrm>
            <a:off x="4979185" y="1004040"/>
            <a:ext cx="4279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Effect of New Maps Enacted Since 2024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5730</TotalTime>
  <Words>23</Words>
  <Application>Microsoft Macintosh PowerPoint</Application>
  <PresentationFormat>Widescreen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12</cp:revision>
  <dcterms:created xsi:type="dcterms:W3CDTF">2026-04-24T19:19:03Z</dcterms:created>
  <dcterms:modified xsi:type="dcterms:W3CDTF">2026-04-28T18:52:14Z</dcterms:modified>
</cp:coreProperties>
</file>