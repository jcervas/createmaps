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3D3EC"/>
    <a:srgbClr val="F9D382"/>
    <a:srgbClr val="F0BFBE"/>
    <a:srgbClr val="DDDD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5F1E1D-796B-2044-A749-6660BB52FB68}" type="datetimeFigureOut">
              <a:rPr lang="en-US" smtClean="0"/>
              <a:t>4/24/26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8B950A-1D44-2149-86FB-79A245E288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812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B950A-1D44-2149-86FB-79A245E288A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2352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CBCCF-31A7-6983-55E3-9F5C845AF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138E94-1530-E44D-4855-6C60784639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33BBF6-6B76-7ADF-2C66-FCE1729A2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7B3AB1-07CA-53C3-3484-D729EC59A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5D3361-4808-9005-4AF7-1BC85805B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076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15852-C2C6-389D-61F1-D6EA2C9FB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79406C-38BE-FECF-AB4F-96DB2955C6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AEEE7-7329-98D2-B0B7-64F1BE266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E9CBA8-F96D-29EE-1314-9D3567210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CDD827-F490-853A-5CCC-1676FF35C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13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3C4EB-9CB3-737D-638E-E4B1CD518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350F9F-E4D4-B022-8A03-065CBD068D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BB677A-9EC5-EFAB-EBC9-3F7A8F796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92BD41-6C39-8505-C295-E0D2B9855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B7619D-1491-238E-2BD6-3D5B2D7E3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8411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979E8-0901-CFF9-F29B-B786B4BBD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74C47-C937-A929-3017-88AFD4EF31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437F1B-CEB7-9114-E806-AD37630AD7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975B45-C807-C5F3-3DC7-C284DC32F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D538D5-C418-4475-C01F-A71A93B5A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2E576B-FC61-0C19-D2C6-C19CE54BC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8464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C81D0-ED07-96A1-CFD8-052B423E0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8C8A47-81B0-17A2-A0CD-D0C3BFF06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D44848-4DE7-98A9-E19E-72D04BE55D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2416B3-3F98-0083-4E24-55DB3AB562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38A14E-1885-172B-B875-0F1B7DD104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C934932-3E7A-6975-560A-900087705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ACEA3A-1981-6822-5521-B10A7B551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D6310E-5C8F-87D8-64E1-3B798179B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106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E235A-1B8B-280E-965F-AF2F54F37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4EAF6D-E371-7AA4-CD56-15B41E8A3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4388F5-8E8B-6734-B376-3CD18872F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AA636C-49ED-910A-6356-C88DD6472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9411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ED6784-F126-83D5-CC1B-4A7C496FC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FCF1E4-9BC4-D685-0E6B-498176E09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38D9BC-B101-CD2D-0531-55E38B76F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375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F27AE-CFFA-D2C1-0CBA-1B2D49A96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9AE33-6CC9-5247-1C98-E49D9A773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6D71CC-96DC-5AF7-62E5-5F17ED629B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9E04-3A0C-8A60-6B18-6C0FDE954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D8E5D9-2265-EC29-869C-03B7F8602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F6B44D-448B-6848-7543-46158599C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355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14690-B1F7-23AC-B65B-44844B4F1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A1BAFB-48DC-15F7-74CB-75321D9D6B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D4129-F3E5-C3CF-EA90-3F836E46A4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73A2DA-7EF8-30F5-881C-A6EEB2E5E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C010F5-FD65-6A4E-F512-F83E871F9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18EF51-8E5E-0A61-AAAE-3AF6899C6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429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5FD99-8554-7EE7-B6B2-38BA8E4EC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A6625C-E4C0-EB2E-3CE9-7134ECB00A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668046-1D98-EBDE-72F5-E590C23C1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15E6F0-BD44-88E6-F8D8-CC08E33CB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EB3C-C6C6-3823-E8C6-1FDC93375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7190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698B7D-A03E-E19A-3671-DDAAB7DBFB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5D8E9C-F044-E2A0-1EE2-78D9183BA5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772048-E0C4-B35C-22FC-7807C22D2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40896-33E9-43C2-7149-EAC6E484E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4C83E4-2B34-0081-722D-143C8F75D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9781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2EA095-4207-EBF0-2872-7C76A14E7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25F102-3715-1588-6EB3-67898B0F45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395937-B3F9-EBCE-B148-FF65B126C2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F5A7F-1C29-6C82-E5DC-48F3EB82B1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69111C-98E0-A264-371D-FBE740606E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048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75F9DBC6-8BDC-F113-F655-FA96C64779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286000" y="1047750"/>
            <a:ext cx="7620000" cy="47625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8B575E4-5D14-56B3-E63D-86C79D490EEE}"/>
              </a:ext>
            </a:extLst>
          </p:cNvPr>
          <p:cNvSpPr txBox="1"/>
          <p:nvPr/>
        </p:nvSpPr>
        <p:spPr>
          <a:xfrm>
            <a:off x="4261646" y="2644696"/>
            <a:ext cx="393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B3D3EC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B3D3EC"/>
                </a:solidFill>
                <a:latin typeface="Aptos Display" panose="020B00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A223B3-9B36-BCF0-5003-B1DB2FCA7AC9}"/>
              </a:ext>
            </a:extLst>
          </p:cNvPr>
          <p:cNvSpPr txBox="1"/>
          <p:nvPr/>
        </p:nvSpPr>
        <p:spPr>
          <a:xfrm>
            <a:off x="2900484" y="2711301"/>
            <a:ext cx="393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B3D3EC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B3D3EC"/>
                </a:solidFill>
                <a:latin typeface="Aptos Display" panose="020B0004020202020204" pitchFamily="34" charset="0"/>
              </a:rPr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51468D-59EC-3645-7FCE-E51CEEA5D3FE}"/>
              </a:ext>
            </a:extLst>
          </p:cNvPr>
          <p:cNvSpPr txBox="1"/>
          <p:nvPr/>
        </p:nvSpPr>
        <p:spPr>
          <a:xfrm>
            <a:off x="9062483" y="3197592"/>
            <a:ext cx="393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B3D3EC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B3D3EC"/>
                </a:solidFill>
                <a:latin typeface="Aptos Display" panose="020B0004020202020204" pitchFamily="34" charset="0"/>
              </a:rPr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F44024-F42B-DD9A-D766-1A1E21056443}"/>
              </a:ext>
            </a:extLst>
          </p:cNvPr>
          <p:cNvSpPr txBox="1"/>
          <p:nvPr/>
        </p:nvSpPr>
        <p:spPr>
          <a:xfrm>
            <a:off x="6789322" y="2956954"/>
            <a:ext cx="393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BFBE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BFBE"/>
                </a:solidFill>
                <a:latin typeface="Aptos Display" panose="020B0004020202020204" pitchFamily="34" charset="0"/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B33F97-C7DE-F496-3522-05BE4BE8C15B}"/>
              </a:ext>
            </a:extLst>
          </p:cNvPr>
          <p:cNvSpPr txBox="1"/>
          <p:nvPr/>
        </p:nvSpPr>
        <p:spPr>
          <a:xfrm>
            <a:off x="5605234" y="3890882"/>
            <a:ext cx="393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BFBE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BFBE"/>
                </a:solidFill>
                <a:latin typeface="Aptos Display" panose="020B0004020202020204" pitchFamily="34" charset="0"/>
              </a:rPr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A1C5A2-681C-0591-BB81-8E6FD4A6C468}"/>
              </a:ext>
            </a:extLst>
          </p:cNvPr>
          <p:cNvSpPr txBox="1"/>
          <p:nvPr/>
        </p:nvSpPr>
        <p:spPr>
          <a:xfrm>
            <a:off x="6880466" y="4454854"/>
            <a:ext cx="393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BFBE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ln>
                  <a:solidFill>
                    <a:srgbClr val="F0BFBE"/>
                  </a:solidFill>
                </a:ln>
                <a:pattFill prst="dkUpDiag">
                  <a:fgClr>
                    <a:srgbClr val="DDDDDD"/>
                  </a:fgClr>
                  <a:bgClr>
                    <a:srgbClr val="F0BFBE"/>
                  </a:bgClr>
                </a:pattFill>
                <a:latin typeface="Aptos Display" panose="020B0004020202020204" pitchFamily="34" charset="0"/>
              </a:rPr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7FFF10-F27B-BD2A-6C6C-F94CF4A9D65E}"/>
              </a:ext>
            </a:extLst>
          </p:cNvPr>
          <p:cNvSpPr txBox="1"/>
          <p:nvPr/>
        </p:nvSpPr>
        <p:spPr>
          <a:xfrm>
            <a:off x="8242664" y="2614208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BFBE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BFBE"/>
                </a:solidFill>
                <a:latin typeface="Aptos Display" panose="020B0004020202020204" pitchFamily="34" charset="0"/>
              </a:rPr>
              <a:t>1-2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9AE348B-FAED-9CFA-E2B6-8683A3435555}"/>
              </a:ext>
            </a:extLst>
          </p:cNvPr>
          <p:cNvSpPr txBox="1"/>
          <p:nvPr/>
        </p:nvSpPr>
        <p:spPr>
          <a:xfrm>
            <a:off x="9008457" y="3752736"/>
            <a:ext cx="393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BFBE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BFBE"/>
                </a:solidFill>
                <a:latin typeface="Aptos Display" panose="020B0004020202020204" pitchFamily="34" charset="0"/>
              </a:rPr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0B40F2-4746-4665-4AD1-938B40087467}"/>
              </a:ext>
            </a:extLst>
          </p:cNvPr>
          <p:cNvSpPr txBox="1"/>
          <p:nvPr/>
        </p:nvSpPr>
        <p:spPr>
          <a:xfrm>
            <a:off x="8627749" y="4919329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BFBE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ln>
                  <a:solidFill>
                    <a:srgbClr val="F0BFBE"/>
                  </a:solidFill>
                </a:ln>
                <a:pattFill prst="dkUpDiag">
                  <a:fgClr>
                    <a:srgbClr val="DDDDDD"/>
                  </a:fgClr>
                  <a:bgClr>
                    <a:srgbClr val="F0BFBE"/>
                  </a:bgClr>
                </a:pattFill>
                <a:latin typeface="Aptos Display" panose="020B0004020202020204" pitchFamily="34" charset="0"/>
              </a:rPr>
              <a:t>1-4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13187A-5347-34A2-2ED2-51373F787884}"/>
              </a:ext>
            </a:extLst>
          </p:cNvPr>
          <p:cNvSpPr txBox="1"/>
          <p:nvPr/>
        </p:nvSpPr>
        <p:spPr>
          <a:xfrm>
            <a:off x="6279830" y="1801301"/>
            <a:ext cx="393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B3D3EC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ln>
                  <a:solidFill>
                    <a:srgbClr val="B3D3EC"/>
                  </a:solidFill>
                </a:ln>
                <a:pattFill prst="dkUpDiag">
                  <a:fgClr>
                    <a:srgbClr val="F9D382"/>
                  </a:fgClr>
                  <a:bgClr>
                    <a:srgbClr val="B3D3EC"/>
                  </a:bgClr>
                </a:pattFill>
                <a:latin typeface="Aptos Display" panose="020B000402020202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6937617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21</Words>
  <Application>Microsoft Macintosh PowerPoint</Application>
  <PresentationFormat>Widescreen</PresentationFormat>
  <Paragraphs>11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Cervas</dc:creator>
  <cp:lastModifiedBy>Jonathan Cervas</cp:lastModifiedBy>
  <cp:revision>3</cp:revision>
  <dcterms:created xsi:type="dcterms:W3CDTF">2026-04-24T19:19:03Z</dcterms:created>
  <dcterms:modified xsi:type="dcterms:W3CDTF">2026-04-24T21:06:17Z</dcterms:modified>
</cp:coreProperties>
</file>