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726"/>
  </p:normalViewPr>
  <p:slideViewPr>
    <p:cSldViewPr snapToGrid="0">
      <p:cViewPr varScale="1">
        <p:scale>
          <a:sx n="120" d="100"/>
          <a:sy n="120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2E9CB-54CB-31D3-B641-4A338D531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81014E-9A03-61D3-51CB-0A2D19EF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82C05-721B-C982-12A9-9BBACCA9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BD0BC-FD32-B19B-7B86-4E6FF81AC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6A32A-7E9E-3F7B-2796-BA40A2EEE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3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AC86D-B7BD-BECA-9747-B45E0E78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0904D-0F62-2CD8-C04D-DD5F2010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0C73B-178E-27BB-2B91-40DFD5F7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BD7D0-51BA-E896-9E35-6FC9E81C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AD8BE-569E-B782-3C5A-55F41E2F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1928-CDA8-C6AC-C6FA-2AB193DD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173DB-94B9-A385-32D1-373DA3438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04824-6D8E-59FC-0B17-62405C66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3101-CB72-B711-338A-1519D5A4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DB9F7-2A55-3EB3-1B1E-ADE414EA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82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48F8-F85E-96D6-B92B-A657B610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B8426-EF00-18E7-0749-69B0D7D8A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18A4D-1F9B-6EA9-57D3-FC16E1F42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AE4CD-7337-3719-9FC2-B14966736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C642A-6DED-8A49-02C6-2191A9D49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77ACC-0703-7457-7577-A40846C3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11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EDC0-3E5D-F9F5-6CD3-F4A0A6056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5F071-4BFF-6F6C-2C79-BEAF105D1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78330-D721-8EE3-D962-5C5ABD872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4DA1A-8486-6835-3187-B53AB75B9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9FDECC-3E27-650F-5995-FB35D2A74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46F40-8AA8-10D7-45CB-39F02B312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6DF4AE-20BA-1E57-04ED-5B1EEC59D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C0633-7DB0-7DE2-8D51-339A099E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5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D67B-C3B6-CC2D-27C5-4F68BF1FE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E62EB-2B10-E1A3-4D07-C4E3C8B2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93A53-E8A0-C852-1229-9D9C3D58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C17F4-B099-B9C0-81AE-2D73574DA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60EE7-6E15-DB44-1BA5-53B5D221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0267B-368D-152A-46A3-3DA02D07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9FCF7-070D-1699-BC64-4E8BB4A86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9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0A84F-93F8-1F63-3E67-85623AFC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D165-7038-F181-9E3E-548780A78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71781-EAC8-C85A-D755-F38F65D4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B6224-260A-0D6B-D8A2-65355EADB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B6907-68F3-BA88-E1E7-4E3B78AEE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B776B-4DEE-E628-D872-1324D2D4C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18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ABE7-0DA8-CCCD-F231-EEAA590A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09EB50-856A-A9F9-63CB-C2E94ADFF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ACBC0-371B-2BE8-0E43-F45772F69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D3EA4-D32F-EFDC-B0AB-ED6F78401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05DEB-DDF4-81E7-0172-F0E2F438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1E2B9-6FC3-2357-086F-394B46A80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9FF9-4AC4-A2CA-5C7D-7E6835B8B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65655-C631-C59A-991A-27B0F24D7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F77-D632-5BC5-8DBE-0A3DDC94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07140-9066-0CF9-C704-49152836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45D77-500C-795F-E1AE-EE143258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9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4AC6A-8D35-D398-896B-3F15ACB87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E4BA1-381E-A0E8-1B5F-EAAE4C882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9AF77-950E-335D-FF0C-E672E3AA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E6C0-5125-F62E-3416-40C9B7C6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9D02-DC14-0102-479D-CB71971C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777D6-EFB8-AC8F-5327-876F72D2C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40B98-1BAF-06EE-25BB-832BB26A5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B054D-1CD1-0BFA-3441-6E9BF7255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D41C1-AEE7-2C40-93FD-63DB12F1EB88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8BB0D-1C1E-712E-CC11-5F05C77A4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8949-79E0-DC53-FC90-6DCB5BB63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40379-4363-8D42-A9C0-4645E2AAB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1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0D909D-F129-570F-E90E-E899D8BE8A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40" t="51899" r="586" b="45001"/>
          <a:stretch>
            <a:fillRect/>
          </a:stretch>
        </p:blipFill>
        <p:spPr>
          <a:xfrm>
            <a:off x="939829" y="6106510"/>
            <a:ext cx="10312341" cy="43092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A50DF34-88BC-D568-85E4-79C4A80352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097" y="771923"/>
            <a:ext cx="4572000" cy="39319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65C8750-3DF9-F032-55D6-0357061634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170" y="841035"/>
            <a:ext cx="4572000" cy="3931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C79CFF-F2A5-F9F7-B3B8-48509D64A75C}"/>
              </a:ext>
            </a:extLst>
          </p:cNvPr>
          <p:cNvSpPr txBox="1"/>
          <p:nvPr/>
        </p:nvSpPr>
        <p:spPr>
          <a:xfrm>
            <a:off x="1934162" y="250051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1EF49-13E2-BEBE-3CA9-A9F9BCDAC3F9}"/>
              </a:ext>
            </a:extLst>
          </p:cNvPr>
          <p:cNvSpPr txBox="1"/>
          <p:nvPr/>
        </p:nvSpPr>
        <p:spPr>
          <a:xfrm>
            <a:off x="8325293" y="250051"/>
            <a:ext cx="18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PROPOSED MAP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059075-E1A7-D10F-36FA-A84DBC673C7D}"/>
              </a:ext>
            </a:extLst>
          </p:cNvPr>
          <p:cNvSpPr txBox="1"/>
          <p:nvPr/>
        </p:nvSpPr>
        <p:spPr>
          <a:xfrm>
            <a:off x="999460" y="3264195"/>
            <a:ext cx="190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Average Seats</a:t>
            </a:r>
          </a:p>
          <a:p>
            <a:r>
              <a:rPr lang="en-US" dirty="0"/>
              <a:t>Republican: 19.5</a:t>
            </a:r>
          </a:p>
          <a:p>
            <a:r>
              <a:rPr lang="en-US" dirty="0"/>
              <a:t>Democrats: 8.5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0A0223-B900-7532-82D3-A16F64A430A9}"/>
              </a:ext>
            </a:extLst>
          </p:cNvPr>
          <p:cNvSpPr txBox="1"/>
          <p:nvPr/>
        </p:nvSpPr>
        <p:spPr>
          <a:xfrm>
            <a:off x="7520762" y="3264195"/>
            <a:ext cx="190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Average Seats</a:t>
            </a:r>
          </a:p>
          <a:p>
            <a:r>
              <a:rPr lang="en-US" dirty="0"/>
              <a:t>Republican: 21.8</a:t>
            </a:r>
          </a:p>
          <a:p>
            <a:r>
              <a:rPr lang="en-US" dirty="0"/>
              <a:t>Democrats: 6.2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BEE60B-8FB9-FBE2-2280-7D0F45B6076E}"/>
              </a:ext>
            </a:extLst>
          </p:cNvPr>
          <p:cNvSpPr txBox="1"/>
          <p:nvPr/>
        </p:nvSpPr>
        <p:spPr>
          <a:xfrm>
            <a:off x="2753332" y="5081017"/>
            <a:ext cx="645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Net Gain from Redistricting: 2.23 seats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224D4-E204-2A96-F1F3-42D62BDB8617}"/>
              </a:ext>
            </a:extLst>
          </p:cNvPr>
          <p:cNvSpPr txBox="1"/>
          <p:nvPr/>
        </p:nvSpPr>
        <p:spPr>
          <a:xfrm>
            <a:off x="999460" y="6550223"/>
            <a:ext cx="8748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75000"/>
                  </a:schemeClr>
                </a:solidFill>
              </a:rPr>
              <a:t>Note: Data from VEST, Dave’s Redistricting. Analysis by Prof. Jonathan Cervas. Map shows Harris v. Trump (2024)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F9D7A45-CEE8-B7AF-477C-FC1431A67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6002" y="6175622"/>
            <a:ext cx="3415975" cy="29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76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1471</TotalTime>
  <Words>52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Cervas</dc:creator>
  <cp:lastModifiedBy>Jonathan Cervas</cp:lastModifiedBy>
  <cp:revision>3</cp:revision>
  <dcterms:created xsi:type="dcterms:W3CDTF">2026-02-19T02:47:50Z</dcterms:created>
  <dcterms:modified xsi:type="dcterms:W3CDTF">2026-05-06T17:24:11Z</dcterms:modified>
</cp:coreProperties>
</file>