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726"/>
  </p:normalViewPr>
  <p:slideViewPr>
    <p:cSldViewPr snapToGrid="0">
      <p:cViewPr varScale="1">
        <p:scale>
          <a:sx n="120" d="100"/>
          <a:sy n="120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A9576-471A-484F-ACFB-2E7CC0D1D7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89869-6F7A-BA41-9A17-1CE7B6F97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1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89869-6F7A-BA41-9A17-1CE7B6F970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1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E9CB-54CB-31D3-B641-4A338D531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1014E-9A03-61D3-51CB-0A2D19EF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2C05-721B-C982-12A9-9BBACCA9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BD0BC-FD32-B19B-7B86-4E6FF81A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A32A-7E9E-3F7B-2796-BA40A2EE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3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C86D-B7BD-BECA-9747-B45E0E78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904D-0F62-2CD8-C04D-DD5F2010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C73B-178E-27BB-2B91-40DFD5F7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D7D0-51BA-E896-9E35-6FC9E81C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AD8BE-569E-B782-3C5A-55F41E2F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1928-CDA8-C6AC-C6FA-2AB193DD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173DB-94B9-A385-32D1-373DA3438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4824-6D8E-59FC-0B17-62405C66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3101-CB72-B711-338A-1519D5A4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DB9F7-2A55-3EB3-1B1E-ADE414EA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8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48F8-F85E-96D6-B92B-A657B610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8426-EF00-18E7-0749-69B0D7D8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18A4D-1F9B-6EA9-57D3-FC16E1F42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AE4CD-7337-3719-9FC2-B1496673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C642A-6DED-8A49-02C6-2191A9D4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7ACC-0703-7457-7577-A40846C3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EDC0-3E5D-F9F5-6CD3-F4A0A605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5F071-4BFF-6F6C-2C79-BEAF105D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8330-D721-8EE3-D962-5C5ABD872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4DA1A-8486-6835-3187-B53AB75B9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FDECC-3E27-650F-5995-FB35D2A74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46F40-8AA8-10D7-45CB-39F02B31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DF4AE-20BA-1E57-04ED-5B1EEC59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C0633-7DB0-7DE2-8D51-339A099E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5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D67B-C3B6-CC2D-27C5-4F68BF1F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E62EB-2B10-E1A3-4D07-C4E3C8B2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93A53-E8A0-C852-1229-9D9C3D58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C17F4-B099-B9C0-81AE-2D73574D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60EE7-6E15-DB44-1BA5-53B5D221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0267B-368D-152A-46A3-3DA02D07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FCF7-070D-1699-BC64-4E8BB4A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84F-93F8-1F63-3E67-85623AFC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D165-7038-F181-9E3E-548780A78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71781-EAC8-C85A-D755-F38F65D4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6224-260A-0D6B-D8A2-65355EAD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6907-68F3-BA88-E1E7-4E3B78AE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B776B-4DEE-E628-D872-1324D2D4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1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ABE7-0DA8-CCCD-F231-EEAA590A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9EB50-856A-A9F9-63CB-C2E94ADFF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ACBC0-371B-2BE8-0E43-F45772F69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D3EA4-D32F-EFDC-B0AB-ED6F7840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05DEB-DDF4-81E7-0172-F0E2F438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1E2B9-6FC3-2357-086F-394B46A8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9FF9-4AC4-A2CA-5C7D-7E6835B8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65655-C631-C59A-991A-27B0F24D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F77-D632-5BC5-8DBE-0A3DDC94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7140-9066-0CF9-C704-49152836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5D77-500C-795F-E1AE-EE143258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4AC6A-8D35-D398-896B-3F15ACB87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E4BA1-381E-A0E8-1B5F-EAAE4C882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AF77-950E-335D-FF0C-E672E3AA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E6C0-5125-F62E-3416-40C9B7C6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D02-DC14-0102-479D-CB71971C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777D6-EFB8-AC8F-5327-876F72D2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0B98-1BAF-06EE-25BB-832BB26A5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054D-1CD1-0BFA-3441-6E9BF7255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D41C1-AEE7-2C40-93FD-63DB12F1EB88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8BB0D-1C1E-712E-CC11-5F05C77A4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8949-79E0-DC53-FC90-6DCB5BB63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1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D3E26B-7C2A-9C0C-2FD9-AE7D039E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9" t="53824" r="757" b="44423"/>
          <a:stretch>
            <a:fillRect/>
          </a:stretch>
        </p:blipFill>
        <p:spPr>
          <a:xfrm>
            <a:off x="-83501" y="6565076"/>
            <a:ext cx="12275501" cy="290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6995E4-22D0-5CB1-17D6-9F1CA5F7D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294" y="6152051"/>
            <a:ext cx="3076474" cy="26919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A50DF34-88BC-D568-85E4-79C4A803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066706" y="1274141"/>
            <a:ext cx="3657600" cy="27797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65C8750-3DF9-F032-55D6-035706163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18574" y="1343253"/>
            <a:ext cx="3657600" cy="27797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C79CFF-F2A5-F9F7-B3B8-48509D64A75C}"/>
              </a:ext>
            </a:extLst>
          </p:cNvPr>
          <p:cNvSpPr txBox="1"/>
          <p:nvPr/>
        </p:nvSpPr>
        <p:spPr>
          <a:xfrm>
            <a:off x="3028121" y="771368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1EF49-13E2-BEBE-3CA9-A9F9BCDAC3F9}"/>
              </a:ext>
            </a:extLst>
          </p:cNvPr>
          <p:cNvSpPr txBox="1"/>
          <p:nvPr/>
        </p:nvSpPr>
        <p:spPr>
          <a:xfrm>
            <a:off x="7698621" y="771368"/>
            <a:ext cx="18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PROPOSED 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59075-E1A7-D10F-36FA-A84DBC673C7D}"/>
              </a:ext>
            </a:extLst>
          </p:cNvPr>
          <p:cNvSpPr txBox="1"/>
          <p:nvPr/>
        </p:nvSpPr>
        <p:spPr>
          <a:xfrm>
            <a:off x="2943892" y="4165195"/>
            <a:ext cx="190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6</a:t>
            </a:r>
          </a:p>
          <a:p>
            <a:r>
              <a:rPr lang="en-US" dirty="0"/>
              <a:t>Democrats: 1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0A0223-B900-7532-82D3-A16F64A430A9}"/>
              </a:ext>
            </a:extLst>
          </p:cNvPr>
          <p:cNvSpPr txBox="1"/>
          <p:nvPr/>
        </p:nvSpPr>
        <p:spPr>
          <a:xfrm>
            <a:off x="7533879" y="4165195"/>
            <a:ext cx="2226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7</a:t>
            </a:r>
          </a:p>
          <a:p>
            <a:r>
              <a:rPr lang="en-US" dirty="0"/>
              <a:t>Democrats: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224D4-E204-2A96-F1F3-42D62BDB8617}"/>
              </a:ext>
            </a:extLst>
          </p:cNvPr>
          <p:cNvSpPr txBox="1"/>
          <p:nvPr/>
        </p:nvSpPr>
        <p:spPr>
          <a:xfrm>
            <a:off x="0" y="6249176"/>
            <a:ext cx="8293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Note: Data from Dave’s Redistricting. Analysis by Prof. Jonathan Cervas. Map shows Harris v. Trump (2024)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E23DD-9AF8-7EF1-14FA-64F3A256B9FE}"/>
              </a:ext>
            </a:extLst>
          </p:cNvPr>
          <p:cNvSpPr txBox="1"/>
          <p:nvPr/>
        </p:nvSpPr>
        <p:spPr>
          <a:xfrm>
            <a:off x="4847120" y="5457468"/>
            <a:ext cx="2688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F1419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</a:rPr>
              <a:t>The Redistrict Network</a:t>
            </a:r>
            <a:endParaRPr lang="en-US" b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76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6717B6F-5F2B-F499-6096-CCDF85B00385}"/>
              </a:ext>
            </a:extLst>
          </p:cNvPr>
          <p:cNvSpPr/>
          <p:nvPr/>
        </p:nvSpPr>
        <p:spPr>
          <a:xfrm>
            <a:off x="4709034" y="1192162"/>
            <a:ext cx="3542072" cy="5297129"/>
          </a:xfrm>
          <a:prstGeom prst="rect">
            <a:avLst/>
          </a:prstGeom>
          <a:solidFill>
            <a:srgbClr val="F9D38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BDD54E-D69E-78DA-5690-04937A99D60F}"/>
              </a:ext>
            </a:extLst>
          </p:cNvPr>
          <p:cNvSpPr>
            <a:spLocks noChangeAspect="1"/>
          </p:cNvSpPr>
          <p:nvPr/>
        </p:nvSpPr>
        <p:spPr>
          <a:xfrm>
            <a:off x="10636357" y="1428137"/>
            <a:ext cx="457200" cy="457200"/>
          </a:xfrm>
          <a:prstGeom prst="rect">
            <a:avLst/>
          </a:prstGeom>
          <a:solidFill>
            <a:srgbClr val="8CC1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33F69-2FE4-0AAD-4861-BCCBE6E60136}"/>
              </a:ext>
            </a:extLst>
          </p:cNvPr>
          <p:cNvSpPr>
            <a:spLocks noChangeAspect="1"/>
          </p:cNvSpPr>
          <p:nvPr/>
        </p:nvSpPr>
        <p:spPr>
          <a:xfrm>
            <a:off x="1302462" y="1987347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28EE1-B02D-15B6-C8BD-3BBF32849BF0}"/>
              </a:ext>
            </a:extLst>
          </p:cNvPr>
          <p:cNvSpPr>
            <a:spLocks noChangeAspect="1"/>
          </p:cNvSpPr>
          <p:nvPr/>
        </p:nvSpPr>
        <p:spPr>
          <a:xfrm>
            <a:off x="732806" y="1999638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DC3D8-4A5F-5F2B-92BF-DD471FF15B22}"/>
              </a:ext>
            </a:extLst>
          </p:cNvPr>
          <p:cNvSpPr>
            <a:spLocks noChangeAspect="1"/>
          </p:cNvSpPr>
          <p:nvPr/>
        </p:nvSpPr>
        <p:spPr>
          <a:xfrm>
            <a:off x="3341125" y="1428137"/>
            <a:ext cx="457200" cy="457200"/>
          </a:xfrm>
          <a:prstGeom prst="rect">
            <a:avLst/>
          </a:prstGeom>
          <a:solidFill>
            <a:srgbClr val="F0A1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0B084-371C-F2F4-F4DC-33E69B226997}"/>
              </a:ext>
            </a:extLst>
          </p:cNvPr>
          <p:cNvSpPr>
            <a:spLocks noChangeAspect="1"/>
          </p:cNvSpPr>
          <p:nvPr/>
        </p:nvSpPr>
        <p:spPr>
          <a:xfrm>
            <a:off x="1897315" y="1428137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940FB-A2B6-9CCF-3F2B-8DE1013E666C}"/>
              </a:ext>
            </a:extLst>
          </p:cNvPr>
          <p:cNvSpPr>
            <a:spLocks noChangeAspect="1"/>
          </p:cNvSpPr>
          <p:nvPr/>
        </p:nvSpPr>
        <p:spPr>
          <a:xfrm>
            <a:off x="1315983" y="1428137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A563C-10B4-0A63-E10F-CEC7EC0B547E}"/>
              </a:ext>
            </a:extLst>
          </p:cNvPr>
          <p:cNvSpPr>
            <a:spLocks noChangeAspect="1"/>
          </p:cNvSpPr>
          <p:nvPr/>
        </p:nvSpPr>
        <p:spPr>
          <a:xfrm>
            <a:off x="734651" y="1428137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D3A585-9CFB-6F57-3E9B-287CE19C0EC4}"/>
              </a:ext>
            </a:extLst>
          </p:cNvPr>
          <p:cNvGrpSpPr/>
          <p:nvPr/>
        </p:nvGrpSpPr>
        <p:grpSpPr>
          <a:xfrm>
            <a:off x="2574206" y="1192162"/>
            <a:ext cx="1845" cy="5297129"/>
            <a:chOff x="2289070" y="690716"/>
            <a:chExt cx="1845" cy="529712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F5F1E02-517E-9151-F696-8CDA0AAFC8C0}"/>
                </a:ext>
              </a:extLst>
            </p:cNvPr>
            <p:cNvCxnSpPr>
              <a:cxnSpLocks/>
            </p:cNvCxnSpPr>
            <p:nvPr/>
          </p:nvCxnSpPr>
          <p:spPr>
            <a:xfrm>
              <a:off x="2290915" y="690716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454D73-E0D6-6C19-FE23-A9D2A1DFFC16}"/>
                </a:ext>
              </a:extLst>
            </p:cNvPr>
            <p:cNvCxnSpPr>
              <a:cxnSpLocks/>
            </p:cNvCxnSpPr>
            <p:nvPr/>
          </p:nvCxnSpPr>
          <p:spPr>
            <a:xfrm>
              <a:off x="2289070" y="3701845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D8C89C9-07F7-8F13-B55D-3D7FA538BF28}"/>
              </a:ext>
            </a:extLst>
          </p:cNvPr>
          <p:cNvGrpSpPr/>
          <p:nvPr/>
        </p:nvGrpSpPr>
        <p:grpSpPr>
          <a:xfrm>
            <a:off x="10022141" y="1192162"/>
            <a:ext cx="1845" cy="5297129"/>
            <a:chOff x="9737005" y="690716"/>
            <a:chExt cx="1845" cy="529712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69BE5B-80D8-FE86-3992-B921F2CFC247}"/>
                </a:ext>
              </a:extLst>
            </p:cNvPr>
            <p:cNvCxnSpPr>
              <a:cxnSpLocks/>
            </p:cNvCxnSpPr>
            <p:nvPr/>
          </p:nvCxnSpPr>
          <p:spPr>
            <a:xfrm>
              <a:off x="9738850" y="690716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54AAA9-50F8-7BD8-E221-1F1E00436E18}"/>
                </a:ext>
              </a:extLst>
            </p:cNvPr>
            <p:cNvCxnSpPr>
              <a:cxnSpLocks/>
            </p:cNvCxnSpPr>
            <p:nvPr/>
          </p:nvCxnSpPr>
          <p:spPr>
            <a:xfrm>
              <a:off x="9737005" y="3701845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87DE5A-E4DF-044D-C8CB-42180E6E94EC}"/>
              </a:ext>
            </a:extLst>
          </p:cNvPr>
          <p:cNvGrpSpPr/>
          <p:nvPr/>
        </p:nvGrpSpPr>
        <p:grpSpPr>
          <a:xfrm>
            <a:off x="4709034" y="1192162"/>
            <a:ext cx="1845" cy="5297129"/>
            <a:chOff x="4423898" y="690716"/>
            <a:chExt cx="1845" cy="529712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D361897-67D4-66D5-E975-0B849F959EF7}"/>
                </a:ext>
              </a:extLst>
            </p:cNvPr>
            <p:cNvCxnSpPr>
              <a:cxnSpLocks/>
            </p:cNvCxnSpPr>
            <p:nvPr/>
          </p:nvCxnSpPr>
          <p:spPr>
            <a:xfrm>
              <a:off x="4425743" y="690716"/>
              <a:ext cx="0" cy="228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85A599B-40CF-F072-1B4F-DE604D05FAAA}"/>
                </a:ext>
              </a:extLst>
            </p:cNvPr>
            <p:cNvCxnSpPr>
              <a:cxnSpLocks/>
            </p:cNvCxnSpPr>
            <p:nvPr/>
          </p:nvCxnSpPr>
          <p:spPr>
            <a:xfrm>
              <a:off x="4423898" y="3701845"/>
              <a:ext cx="0" cy="228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055EEE9-7560-904F-58BB-22E9321A58DF}"/>
              </a:ext>
            </a:extLst>
          </p:cNvPr>
          <p:cNvGrpSpPr/>
          <p:nvPr/>
        </p:nvGrpSpPr>
        <p:grpSpPr>
          <a:xfrm>
            <a:off x="8251106" y="1192162"/>
            <a:ext cx="1845" cy="5297129"/>
            <a:chOff x="7965970" y="690716"/>
            <a:chExt cx="1845" cy="529712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CF956C-AD74-4544-F083-3082593F5118}"/>
                </a:ext>
              </a:extLst>
            </p:cNvPr>
            <p:cNvCxnSpPr>
              <a:cxnSpLocks/>
            </p:cNvCxnSpPr>
            <p:nvPr/>
          </p:nvCxnSpPr>
          <p:spPr>
            <a:xfrm>
              <a:off x="7967815" y="690716"/>
              <a:ext cx="0" cy="228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72060A5-119E-8A8A-0949-9B6D83631ADD}"/>
                </a:ext>
              </a:extLst>
            </p:cNvPr>
            <p:cNvCxnSpPr>
              <a:cxnSpLocks/>
            </p:cNvCxnSpPr>
            <p:nvPr/>
          </p:nvCxnSpPr>
          <p:spPr>
            <a:xfrm>
              <a:off x="7965970" y="3701845"/>
              <a:ext cx="0" cy="228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229D33-00BC-CCB5-C486-68280254D4FD}"/>
              </a:ext>
            </a:extLst>
          </p:cNvPr>
          <p:cNvGrpSpPr/>
          <p:nvPr/>
        </p:nvGrpSpPr>
        <p:grpSpPr>
          <a:xfrm>
            <a:off x="6480070" y="1192162"/>
            <a:ext cx="1845" cy="5297129"/>
            <a:chOff x="6194934" y="690716"/>
            <a:chExt cx="1845" cy="5297129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54011A8-5874-0AEC-885D-61FC767DF67B}"/>
                </a:ext>
              </a:extLst>
            </p:cNvPr>
            <p:cNvCxnSpPr>
              <a:cxnSpLocks/>
            </p:cNvCxnSpPr>
            <p:nvPr/>
          </p:nvCxnSpPr>
          <p:spPr>
            <a:xfrm>
              <a:off x="6196779" y="690716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5E60D2-AFD0-9337-B39B-9B089EF8C9B2}"/>
                </a:ext>
              </a:extLst>
            </p:cNvPr>
            <p:cNvCxnSpPr>
              <a:cxnSpLocks/>
            </p:cNvCxnSpPr>
            <p:nvPr/>
          </p:nvCxnSpPr>
          <p:spPr>
            <a:xfrm>
              <a:off x="6194934" y="3701845"/>
              <a:ext cx="0" cy="228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49A8C91-A357-5292-03F7-F4EDBDD86AD2}"/>
              </a:ext>
            </a:extLst>
          </p:cNvPr>
          <p:cNvSpPr>
            <a:spLocks noChangeAspect="1"/>
          </p:cNvSpPr>
          <p:nvPr/>
        </p:nvSpPr>
        <p:spPr>
          <a:xfrm>
            <a:off x="5365952" y="4682613"/>
            <a:ext cx="457200" cy="457200"/>
          </a:xfrm>
          <a:prstGeom prst="rect">
            <a:avLst/>
          </a:prstGeom>
          <a:solidFill>
            <a:srgbClr val="F0A1A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4B039-ABB0-358A-B0DB-E6BB32314F19}"/>
              </a:ext>
            </a:extLst>
          </p:cNvPr>
          <p:cNvSpPr>
            <a:spLocks noChangeAspect="1"/>
          </p:cNvSpPr>
          <p:nvPr/>
        </p:nvSpPr>
        <p:spPr>
          <a:xfrm>
            <a:off x="1314138" y="4682613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2DD793-B37E-69E5-EC32-E46D935A25D0}"/>
              </a:ext>
            </a:extLst>
          </p:cNvPr>
          <p:cNvSpPr>
            <a:spLocks noChangeAspect="1"/>
          </p:cNvSpPr>
          <p:nvPr/>
        </p:nvSpPr>
        <p:spPr>
          <a:xfrm>
            <a:off x="732806" y="4682613"/>
            <a:ext cx="457200" cy="457200"/>
          </a:xfrm>
          <a:prstGeom prst="rect">
            <a:avLst/>
          </a:prstGeom>
          <a:solidFill>
            <a:srgbClr val="F0A1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14FA1-DBFF-BCAC-5BB5-B6717FCACEBB}"/>
              </a:ext>
            </a:extLst>
          </p:cNvPr>
          <p:cNvSpPr>
            <a:spLocks noChangeAspect="1"/>
          </p:cNvSpPr>
          <p:nvPr/>
        </p:nvSpPr>
        <p:spPr>
          <a:xfrm>
            <a:off x="2833530" y="5254114"/>
            <a:ext cx="457200" cy="457200"/>
          </a:xfrm>
          <a:prstGeom prst="rect">
            <a:avLst/>
          </a:prstGeom>
          <a:solidFill>
            <a:srgbClr val="F0A1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278AA6-763E-CDE0-EAB1-CD7D720BBC16}"/>
              </a:ext>
            </a:extLst>
          </p:cNvPr>
          <p:cNvSpPr>
            <a:spLocks noChangeAspect="1"/>
          </p:cNvSpPr>
          <p:nvPr/>
        </p:nvSpPr>
        <p:spPr>
          <a:xfrm>
            <a:off x="3998039" y="4682613"/>
            <a:ext cx="457200" cy="457200"/>
          </a:xfrm>
          <a:prstGeom prst="rect">
            <a:avLst/>
          </a:prstGeom>
          <a:solidFill>
            <a:srgbClr val="F0A1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E194EC-3B39-6E3F-AEAA-C31A454BB065}"/>
              </a:ext>
            </a:extLst>
          </p:cNvPr>
          <p:cNvSpPr>
            <a:spLocks noChangeAspect="1"/>
          </p:cNvSpPr>
          <p:nvPr/>
        </p:nvSpPr>
        <p:spPr>
          <a:xfrm>
            <a:off x="3416707" y="4682613"/>
            <a:ext cx="457200" cy="457200"/>
          </a:xfrm>
          <a:prstGeom prst="rect">
            <a:avLst/>
          </a:prstGeom>
          <a:solidFill>
            <a:srgbClr val="F0A1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33D258-55E3-96CE-46DA-64240CB23470}"/>
              </a:ext>
            </a:extLst>
          </p:cNvPr>
          <p:cNvSpPr>
            <a:spLocks noChangeAspect="1"/>
          </p:cNvSpPr>
          <p:nvPr/>
        </p:nvSpPr>
        <p:spPr>
          <a:xfrm>
            <a:off x="2835375" y="4682613"/>
            <a:ext cx="457200" cy="457200"/>
          </a:xfrm>
          <a:prstGeom prst="rect">
            <a:avLst/>
          </a:prstGeom>
          <a:solidFill>
            <a:srgbClr val="F0A1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2DF96C-60C7-BDF1-01D5-3981367FF302}"/>
              </a:ext>
            </a:extLst>
          </p:cNvPr>
          <p:cNvSpPr txBox="1"/>
          <p:nvPr/>
        </p:nvSpPr>
        <p:spPr>
          <a:xfrm>
            <a:off x="5682736" y="734340"/>
            <a:ext cx="159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2024 districts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11EAC-E0E8-09EE-E811-C086F9B2A0CE}"/>
              </a:ext>
            </a:extLst>
          </p:cNvPr>
          <p:cNvSpPr txBox="1"/>
          <p:nvPr/>
        </p:nvSpPr>
        <p:spPr>
          <a:xfrm>
            <a:off x="5312240" y="3699994"/>
            <a:ext cx="264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2026 proposed districts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DCFFB8-8485-CA24-8F11-E1EC1A00176C}"/>
              </a:ext>
            </a:extLst>
          </p:cNvPr>
          <p:cNvSpPr txBox="1"/>
          <p:nvPr/>
        </p:nvSpPr>
        <p:spPr>
          <a:xfrm>
            <a:off x="558931" y="6489291"/>
            <a:ext cx="151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20 or more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E2928D-72CF-D907-557A-3E4FFA16540D}"/>
              </a:ext>
            </a:extLst>
          </p:cNvPr>
          <p:cNvSpPr txBox="1"/>
          <p:nvPr/>
        </p:nvSpPr>
        <p:spPr>
          <a:xfrm>
            <a:off x="3135526" y="6489291"/>
            <a:ext cx="101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10 - 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2E12CA-5975-F777-3231-6CCE9ACADF02}"/>
              </a:ext>
            </a:extLst>
          </p:cNvPr>
          <p:cNvSpPr txBox="1"/>
          <p:nvPr/>
        </p:nvSpPr>
        <p:spPr>
          <a:xfrm>
            <a:off x="4741306" y="6489291"/>
            <a:ext cx="1706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Less than R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8CA84B-B52E-83C4-86CC-0C11287D8676}"/>
              </a:ext>
            </a:extLst>
          </p:cNvPr>
          <p:cNvSpPr txBox="1"/>
          <p:nvPr/>
        </p:nvSpPr>
        <p:spPr>
          <a:xfrm>
            <a:off x="6510262" y="6489291"/>
            <a:ext cx="1679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Less than D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C8E3F4-921C-3EDA-2739-43AB92A18467}"/>
              </a:ext>
            </a:extLst>
          </p:cNvPr>
          <p:cNvSpPr txBox="1"/>
          <p:nvPr/>
        </p:nvSpPr>
        <p:spPr>
          <a:xfrm>
            <a:off x="8604376" y="6489291"/>
            <a:ext cx="101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10 - 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B740A8-592E-04BD-3910-1FAECD00046E}"/>
              </a:ext>
            </a:extLst>
          </p:cNvPr>
          <p:cNvSpPr txBox="1"/>
          <p:nvPr/>
        </p:nvSpPr>
        <p:spPr>
          <a:xfrm>
            <a:off x="10109750" y="6489291"/>
            <a:ext cx="151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lang="en-US" baseline="30000" dirty="0">
                <a:solidFill>
                  <a:schemeClr val="bg1">
                    <a:lumMod val="85000"/>
                  </a:schemeClr>
                </a:solidFill>
              </a:rPr>
              <a:t>+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20 or more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076CCA-F768-7205-5587-30EBCB0FAA47}"/>
              </a:ext>
            </a:extLst>
          </p:cNvPr>
          <p:cNvSpPr txBox="1"/>
          <p:nvPr/>
        </p:nvSpPr>
        <p:spPr>
          <a:xfrm>
            <a:off x="5078578" y="205692"/>
            <a:ext cx="2738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SOUTH CAROLINA</a:t>
            </a:r>
          </a:p>
        </p:txBody>
      </p:sp>
    </p:spTree>
    <p:extLst>
      <p:ext uri="{BB962C8B-B14F-4D97-AF65-F5344CB8AC3E}">
        <p14:creationId xmlns:p14="http://schemas.microsoft.com/office/powerpoint/2010/main" val="3064987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84</Words>
  <Application>Microsoft Macintosh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Source Serif Pro Semibold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Cervas</dc:creator>
  <cp:lastModifiedBy>Jonathan Cervas</cp:lastModifiedBy>
  <cp:revision>8</cp:revision>
  <dcterms:created xsi:type="dcterms:W3CDTF">2026-02-19T02:47:50Z</dcterms:created>
  <dcterms:modified xsi:type="dcterms:W3CDTF">2026-05-19T19:59:56Z</dcterms:modified>
</cp:coreProperties>
</file>